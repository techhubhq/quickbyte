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57" r:id="rId3"/>
    <p:sldId id="258" r:id="rId4"/>
    <p:sldId id="262" r:id="rId5"/>
    <p:sldId id="263" r:id="rId6"/>
    <p:sldId id="265" r:id="rId7"/>
    <p:sldId id="266" r:id="rId8"/>
    <p:sldId id="259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943960-D352-646D-7F9C-F3E67AF596E6}" v="877" dt="2024-10-26T14:54:28.6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03645-DCFE-47FC-8A66-F9A45A422E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1150" y="1247140"/>
            <a:ext cx="7891760" cy="3450844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D509FA-7BD7-4D45-998F-0E43038F1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1150" y="4818126"/>
            <a:ext cx="7891760" cy="1268984"/>
          </a:xfrm>
        </p:spPr>
        <p:txBody>
          <a:bodyPr anchor="b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03A0B2-4A2F-D846-A5E6-FB7CB9A031F7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573F1D-73A7-FB41-BCAD-FC9AA7DEF4F5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FA51C-E4FE-4BF2-A2DD-E32DE57D8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1449AA12-8195-4182-A7AC-2E7E59DFBDAF}" type="datetimeFigureOut">
              <a:rPr lang="en-US" smtClean="0"/>
              <a:pPr algn="r"/>
              <a:t>10/26/2024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438448-FC2D-4A2F-B7C0-04AC503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B07C67E-EAD9-47D8-9559-4E091BC03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449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C5DD8-8608-4B55-96D8-0AB848C02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3CC0B-7B21-422D-937D-FBD49EE93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0EAFA-89BC-43E9-8EB9-B6B3CD136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50944-70C2-487F-A102-58CDFB94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7B7B8-A972-455E-9D8C-9B8026A53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CC95119-6D9D-3542-9E0E-4171B33DC9C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FC92F19-7317-314C-81B7-43B8B687F4E4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138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087F2-AA0E-4F0C-9AD6-235302157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1150" y="1251674"/>
            <a:ext cx="7891760" cy="2914688"/>
          </a:xfrm>
        </p:spPr>
        <p:txBody>
          <a:bodyPr anchor="t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37807-96B8-4061-A845-1287216BF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1150" y="4818126"/>
            <a:ext cx="7891760" cy="1271524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AF346-9503-4767-BCB4-84B823E27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9605B-A39D-4BEE-B46F-16CF13FA0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5834A-942D-410B-A430-43F9E01FC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D199D5-C485-D449-9804-F755E0907B51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90D1A7-C550-2540-86C9-EB0FB2EB2E71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996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FCAD2-C321-4E81-AEBE-696A90E2D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20CD1-0E09-4415-911C-0F5B7341DD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87709" y="2160016"/>
            <a:ext cx="4425437" cy="392709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63EDD-031A-49CA-9130-067550BD0D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48963" y="2160016"/>
            <a:ext cx="4425437" cy="3927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08E79-A0BE-49F3-AE92-7EE5CC78F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8B87C-BF1E-47CF-9A4E-FD4BE32C0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06E71-46F6-469C-A9CA-E707EBE51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2659F6-6B3B-A545-A45F-FAD238210D47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0637F8-15DE-2240-8BF8-D6E57A337B1A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90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3B26D-64DE-4314-8BD2-25FD618FB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056" y="457200"/>
            <a:ext cx="9521854" cy="1554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77613-5CEE-4B05-A937-CD43EAAAB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91057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E4779-3B5A-4993-9C7F-FB19F163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91056" y="2988998"/>
            <a:ext cx="4425697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1081A-685C-4C18-9AE9-425106A02F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87214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80F424-FE3A-4B7D-B60C-7AEA2118A5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87214" y="2988998"/>
            <a:ext cx="4425696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4D2A96-CD7D-41BC-BDBE-5E29B7C0B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D1471D-6DDE-4E56-84E9-48136966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A3F451-CF28-4F57-B844-52A665440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1FA03E-7A83-AB41-BB4B-25B04946559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702630-3C98-A142-9D04-1D852974DC2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315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22D7A-4502-49C3-BAFB-6D46F7A2E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AB67EE-A167-43D1-9C58-7B736CF28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605B7-599B-450E-9E8D-2A9AE3F30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BD2B1-8C5F-430B-A0F2-CD5281AB7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BA877B-B45A-BD48-8FC8-E752E7D7174F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F3343D-2AFA-B544-B40A-315F5EC680B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571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308016-71BA-4CD3-918D-51613F7F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24F46-0425-47C6-9FFB-F69AFFFE8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E7A99-1593-4189-A514-8209CC32A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C15DFD-AB97-AB43-A6C9-2808708C91B4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05BA89-ECA6-2247-ABBB-3C67160202E9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12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E933B-3FC6-4B08-9FBE-2DD48307A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2" y="455362"/>
            <a:ext cx="4043440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FBD4A-4514-4DCE-8F18-914DF3F4E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1232" y="565151"/>
            <a:ext cx="5358384" cy="552196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F18C85-0675-4202-B796-352766854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2" y="2039874"/>
            <a:ext cx="4043440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079E5-F934-4D04-866F-F7CB5B08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5FC94-7915-439A-B937-F02D1BB03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B69B19-4156-4584-B1DC-4F42F200B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1B6031-8ABE-F648-8E05-3D08D0D54B53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ABD855-35E6-BE4F-8B03-FD12DDB32E10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582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E1F3B-090C-4BB5-84BE-8ED0FC598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1" y="455362"/>
            <a:ext cx="4043436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97C49E-9426-4B24-B2A7-C54B89DA60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1232" y="565150"/>
            <a:ext cx="5355607" cy="552267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7F011-0A5F-44E9-88CD-C95A33351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1" y="2039874"/>
            <a:ext cx="4043436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21C85-27BB-4533-A21B-C379FE03A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18850-01F1-4247-9BFD-1DDC5DDDC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365A9-4C28-480F-B370-2DFF234B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0EAFF3-0A84-F84B-90E4-A596F00B3DC2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392559-3C15-B249-93C9-B0F7E9E5DDD8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761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C53B0-59B2-4B39-93E0-DCFBB932C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525200" cy="15504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8C5F7B-98AC-425B-80BD-6C6F3032D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2160016"/>
            <a:ext cx="9525200" cy="39261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8C2EE-2433-424A-878C-24514FF5D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EFD20-ADE2-40F3-A071-6D1E97F8F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7D1D5-5E92-48E1-9475-EC122D3F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FCF945-5CF3-5542-A36A-9CBB738E735E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7D61B-66C5-4341-8F2D-129A9E4D8283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437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47FBCF-6EDB-4883-92D4-612F4D1C55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6380" y="565149"/>
            <a:ext cx="2266530" cy="56118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9D2DF8-B588-416F-AA11-9F3A0DDE6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565149"/>
            <a:ext cx="7088929" cy="56118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F7B1D-405D-4EE7-9A23-3F21916C9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B9304-686C-431A-8E7F-D9DD19F4D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A240B-DB2E-46ED-8AC6-744B2C1C7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275F2C-778B-864A-8379-6D0726B18FDC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0051C8-76B3-384B-BCF1-60BB80301FCD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382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7ACD69-D2F4-4938-B590-C41404901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62BD4-BA0F-4CA4-BAE3-DF2B5087C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87710" y="2160016"/>
            <a:ext cx="9486690" cy="3926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B2FEE-249E-42F1-94D8-A8C0759EF4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18632" y="6292850"/>
            <a:ext cx="30942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49AA12-8195-4182-A7AC-2E7E59DFBDAF}" type="datetimeFigureOut">
              <a:rPr lang="en-US" smtClean="0"/>
              <a:pPr/>
              <a:t>10/26/2024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0C617-A890-4920-83B0-143C033490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7711" y="62928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1B4F1-B06B-4BBE-BFFF-C0B386E24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9574" y="6292850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FC975-2FD7-44A5-9E78-ECBA4615607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2842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0" r:id="rId6"/>
    <p:sldLayoutId id="2147483726" r:id="rId7"/>
    <p:sldLayoutId id="2147483727" r:id="rId8"/>
    <p:sldLayoutId id="2147483728" r:id="rId9"/>
    <p:sldLayoutId id="2147483729" r:id="rId10"/>
    <p:sldLayoutId id="214748373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247FD0E-C93A-490E-9994-C79DC8977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515" y="2667230"/>
            <a:ext cx="9512395" cy="2180844"/>
          </a:xfrm>
        </p:spPr>
        <p:txBody>
          <a:bodyPr>
            <a:normAutofit/>
          </a:bodyPr>
          <a:lstStyle/>
          <a:p>
            <a:r>
              <a:rPr lang="en-US" dirty="0" err="1"/>
              <a:t>QuickByte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515" y="3721309"/>
            <a:ext cx="9512395" cy="795620"/>
          </a:xfrm>
        </p:spPr>
        <p:txBody>
          <a:bodyPr>
            <a:normAutofit/>
          </a:bodyPr>
          <a:lstStyle/>
          <a:p>
            <a:r>
              <a:rPr lang="en-US" dirty="0"/>
              <a:t>Online Food Ordering Platform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77B2DF-AF44-4996-BBFD-5DF9162BE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6BECB9-A7FC-400F-8502-97A13BB87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76A9C-F16E-9AD2-F2B7-C3D24A8AD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QuickByte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B4AEE-80AE-4920-00A3-D92E87495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2160016"/>
            <a:ext cx="9486690" cy="24422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QuickByte is an online food ordering platform.</a:t>
            </a:r>
          </a:p>
          <a:p>
            <a:r>
              <a:rPr lang="en-US" dirty="0">
                <a:ea typeface="+mn-lt"/>
                <a:cs typeface="+mn-lt"/>
              </a:rPr>
              <a:t>Designed to simplify food ordering, making it easy for users to browse menus, place orders, and track them.</a:t>
            </a:r>
            <a:endParaRPr lang="en-US" dirty="0"/>
          </a:p>
          <a:p>
            <a:r>
              <a:rPr lang="en-US" dirty="0"/>
              <a:t>Built using Python (Flask) for Backend and Vannilla JS for Frontend.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9863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75374-0190-EF7A-F896-762A7904E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Motivation and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3C666-8B63-4FF8-359A-8D3E12727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2160016"/>
            <a:ext cx="9486690" cy="264460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Created to address the demand for a streamlined, user-friendly food ordering experience.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Objective: Enhance accessibility and convenience in food ordering.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Aim: To build a reliable, secure, and fast platform that scales with user demand.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478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7B3A6-EE9F-3DA8-AF82-4AC43D66F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Backend Development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90ADD-FB4C-916D-639B-5E97A1CF9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API Development</a:t>
            </a:r>
            <a:r>
              <a:rPr lang="en-US" dirty="0">
                <a:ea typeface="+mn-lt"/>
                <a:cs typeface="+mn-lt"/>
              </a:rPr>
              <a:t>: RESTful API for handling requests and interactions between users and the platform.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Order Management</a:t>
            </a:r>
            <a:r>
              <a:rPr lang="en-US" dirty="0">
                <a:ea typeface="+mn-lt"/>
                <a:cs typeface="+mn-lt"/>
              </a:rPr>
              <a:t>: Back-end logic for tracking and updating order statuses.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Data Storage</a:t>
            </a:r>
            <a:r>
              <a:rPr lang="en-US" dirty="0">
                <a:ea typeface="+mn-lt"/>
                <a:cs typeface="+mn-lt"/>
              </a:rPr>
              <a:t>: SQLite in memory DB used to securely store user profiles, order history, and other data.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Session Management</a:t>
            </a:r>
            <a:r>
              <a:rPr lang="en-US" dirty="0">
                <a:ea typeface="+mn-lt"/>
                <a:cs typeface="+mn-lt"/>
              </a:rPr>
              <a:t>: Secure handling of user sessions and authentication.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304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8D5DF-A4A4-C244-ED81-2A8105793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ea typeface="+mj-lt"/>
                <a:cs typeface="+mj-lt"/>
              </a:rPr>
              <a:t>Frontend Development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33780-43E2-20F4-4FDD-D3981B897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Page Structured</a:t>
            </a:r>
            <a:r>
              <a:rPr lang="en-US" dirty="0">
                <a:ea typeface="+mn-lt"/>
                <a:cs typeface="+mn-lt"/>
              </a:rPr>
              <a:t>:</a:t>
            </a:r>
            <a:r>
              <a:rPr lang="en-US" b="1" dirty="0">
                <a:ea typeface="+mn-lt"/>
                <a:cs typeface="+mn-lt"/>
              </a:rPr>
              <a:t> </a:t>
            </a:r>
            <a:r>
              <a:rPr lang="en-US" dirty="0">
                <a:ea typeface="+mn-lt"/>
                <a:cs typeface="+mn-lt"/>
              </a:rPr>
              <a:t>separate HTML file and CSS and JS files for each page.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API Management</a:t>
            </a:r>
            <a:r>
              <a:rPr lang="en-US" dirty="0">
                <a:ea typeface="+mn-lt"/>
                <a:cs typeface="+mn-lt"/>
              </a:rPr>
              <a:t>: pure JS fetch methods to fetch and replicate data in UI.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Responsive Design</a:t>
            </a:r>
            <a:r>
              <a:rPr lang="en-US" dirty="0">
                <a:ea typeface="+mn-lt"/>
                <a:cs typeface="+mn-lt"/>
              </a:rPr>
              <a:t>: Ensures optimal experience across desktop and mobile devices.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Integration with APIs</a:t>
            </a:r>
            <a:r>
              <a:rPr lang="en-US" dirty="0">
                <a:ea typeface="+mn-lt"/>
                <a:cs typeface="+mn-lt"/>
              </a:rPr>
              <a:t>: Smooth integration with backend for data retrieval and display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595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EB58F-5C75-B2A0-C375-8E09EA7D8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ea typeface="+mj-lt"/>
                <a:cs typeface="+mj-lt"/>
              </a:rPr>
              <a:t>Advantages of QuickByte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E48B5-C799-BD54-693F-DD7566EE8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2160016"/>
            <a:ext cx="9486690" cy="253249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User Convenience</a:t>
            </a:r>
            <a:r>
              <a:rPr lang="en-US" dirty="0">
                <a:ea typeface="+mn-lt"/>
                <a:cs typeface="+mn-lt"/>
              </a:rPr>
              <a:t>: Simplifies food ordering with a few easy steps.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Scalability</a:t>
            </a:r>
            <a:r>
              <a:rPr lang="en-US" dirty="0">
                <a:ea typeface="+mn-lt"/>
                <a:cs typeface="+mn-lt"/>
              </a:rPr>
              <a:t>: Architecture supports high demand and scales well with user growth.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Efficient Tech Stack</a:t>
            </a:r>
            <a:r>
              <a:rPr lang="en-US" dirty="0">
                <a:ea typeface="+mn-lt"/>
                <a:cs typeface="+mn-lt"/>
              </a:rPr>
              <a:t>: Fast and efficient performance with Flask and Vanilla JS technologies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409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9A87F-8F13-E8CB-3F53-9B02D9D59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ea typeface="+mj-lt"/>
                <a:cs typeface="+mj-lt"/>
              </a:rPr>
              <a:t>Challenges and Disadvantages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B9B53-E149-7F00-15B2-722486325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Scalability Limits</a:t>
            </a:r>
            <a:r>
              <a:rPr lang="en-US" dirty="0">
                <a:ea typeface="+mn-lt"/>
                <a:cs typeface="+mn-lt"/>
              </a:rPr>
              <a:t>: Potential issues with scaling database under heavy loads.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User Data Management</a:t>
            </a:r>
            <a:r>
              <a:rPr lang="en-US" dirty="0">
                <a:ea typeface="+mn-lt"/>
                <a:cs typeface="+mn-lt"/>
              </a:rPr>
              <a:t>: Increased responsibility with user data requires careful security.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Third-party Dependence</a:t>
            </a:r>
            <a:r>
              <a:rPr lang="en-US" dirty="0">
                <a:ea typeface="+mn-lt"/>
                <a:cs typeface="+mn-lt"/>
              </a:rPr>
              <a:t>: Reliance on external services (3rd party API) lead to limitations.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035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46956-51E3-867C-AB3A-6DABD084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Features of </a:t>
            </a:r>
            <a:r>
              <a:rPr lang="en-US" dirty="0" err="1"/>
              <a:t>QuickByte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0884E-F44A-7C8D-91A2-7E51C1AB0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342900" indent="-342900">
              <a:buFont typeface="Wingdings" panose="020B0604020202020204" pitchFamily="34" charset="0"/>
              <a:buChar char="Ø"/>
            </a:pPr>
            <a:r>
              <a:rPr lang="en-US" b="1" dirty="0">
                <a:ea typeface="+mn-lt"/>
                <a:cs typeface="+mn-lt"/>
              </a:rPr>
              <a:t>User Registration and Authentication</a:t>
            </a:r>
            <a:r>
              <a:rPr lang="en-US" dirty="0">
                <a:ea typeface="+mn-lt"/>
                <a:cs typeface="+mn-lt"/>
              </a:rPr>
              <a:t>: Secure login and account management.</a:t>
            </a:r>
            <a:endParaRPr lang="en-US"/>
          </a:p>
          <a:p>
            <a:pPr>
              <a:buFont typeface="Wingdings" panose="020B0604020202020204" pitchFamily="34" charset="0"/>
              <a:buChar char="Ø"/>
            </a:pPr>
            <a:r>
              <a:rPr lang="en-US" b="1" dirty="0">
                <a:ea typeface="+mn-lt"/>
                <a:cs typeface="+mn-lt"/>
              </a:rPr>
              <a:t> Restaurant and Menu Browsing</a:t>
            </a:r>
            <a:r>
              <a:rPr lang="en-US" dirty="0">
                <a:ea typeface="+mn-lt"/>
                <a:cs typeface="+mn-lt"/>
              </a:rPr>
              <a:t>: Users can search and browse restaurant menus easily.</a:t>
            </a:r>
            <a:endParaRPr lang="en-US" dirty="0"/>
          </a:p>
          <a:p>
            <a:pPr>
              <a:buFont typeface="Wingdings" panose="020B0604020202020204" pitchFamily="34" charset="0"/>
              <a:buChar char="Ø"/>
            </a:pPr>
            <a:r>
              <a:rPr lang="en-US" b="1" dirty="0">
                <a:ea typeface="+mn-lt"/>
                <a:cs typeface="+mn-lt"/>
              </a:rPr>
              <a:t> Order Placement and Tracking</a:t>
            </a:r>
            <a:r>
              <a:rPr lang="en-US" dirty="0">
                <a:ea typeface="+mn-lt"/>
                <a:cs typeface="+mn-lt"/>
              </a:rPr>
              <a:t>: Real-time order updates from placement to delivery.</a:t>
            </a:r>
            <a:endParaRPr lang="en-US" dirty="0"/>
          </a:p>
          <a:p>
            <a:pPr>
              <a:buFont typeface="Wingdings" panose="020B0604020202020204" pitchFamily="34" charset="0"/>
              <a:buChar char="Ø"/>
            </a:pPr>
            <a:r>
              <a:rPr lang="en-US" b="1" dirty="0">
                <a:ea typeface="+mn-lt"/>
                <a:cs typeface="+mn-lt"/>
              </a:rPr>
              <a:t> Payment Integration</a:t>
            </a:r>
            <a:r>
              <a:rPr lang="en-US" dirty="0">
                <a:ea typeface="+mn-lt"/>
                <a:cs typeface="+mn-lt"/>
              </a:rPr>
              <a:t>: Smooth payment process with multiple payment   options.</a:t>
            </a:r>
            <a:endParaRPr lang="en-US" dirty="0"/>
          </a:p>
          <a:p>
            <a:pPr>
              <a:buFont typeface="Wingdings" panose="020B0604020202020204" pitchFamily="34" charset="0"/>
              <a:buChar char="Ø"/>
            </a:pPr>
            <a:r>
              <a:rPr lang="en-US" b="1" dirty="0">
                <a:ea typeface="+mn-lt"/>
                <a:cs typeface="+mn-lt"/>
              </a:rPr>
              <a:t> Reviews and Ratings</a:t>
            </a:r>
            <a:r>
              <a:rPr lang="en-US" dirty="0">
                <a:ea typeface="+mn-lt"/>
                <a:cs typeface="+mn-lt"/>
              </a:rPr>
              <a:t>: Real time User ratings and reviews.</a:t>
            </a:r>
            <a:endParaRPr lang="en-US" dirty="0"/>
          </a:p>
          <a:p>
            <a:pPr>
              <a:buFont typeface="Wingdings" panose="020B0604020202020204" pitchFamily="34" charset="0"/>
              <a:buChar char="Ø"/>
            </a:pPr>
            <a:r>
              <a:rPr lang="en-US" b="1" dirty="0"/>
              <a:t> Admin Panel</a:t>
            </a:r>
            <a:r>
              <a:rPr lang="en-US" dirty="0"/>
              <a:t>: Admin Panel to track analytics.</a:t>
            </a:r>
          </a:p>
          <a:p>
            <a:pPr>
              <a:buFont typeface="Wingdings" panose="020B0604020202020204" pitchFamily="34" charset="0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389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822CF-B653-248C-0853-9E9E648B7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ea typeface="+mj-lt"/>
                <a:cs typeface="+mj-lt"/>
              </a:rPr>
              <a:t>Conclusion and Next Steps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B6E2D-3C3E-CEF6-0DDF-E0DD0A64D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QuickByte</a:t>
            </a:r>
            <a:r>
              <a:rPr lang="en-US" dirty="0">
                <a:ea typeface="+mn-lt"/>
                <a:cs typeface="+mn-lt"/>
              </a:rPr>
              <a:t> aims to make food ordering faster, easier, and more enjoyable.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The project showcases the effectiveness of Flask and Vanilla JS in building modern applications.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Next Steps: Implement more Admin panel features, continue optimizing performance, and engage with the open-source community for feedback and contributions.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935726"/>
      </p:ext>
    </p:extLst>
  </p:cSld>
  <p:clrMapOvr>
    <a:masterClrMapping/>
  </p:clrMapOvr>
</p:sld>
</file>

<file path=ppt/theme/theme1.xml><?xml version="1.0" encoding="utf-8"?>
<a:theme xmlns:a="http://schemas.openxmlformats.org/drawingml/2006/main" name="InterweaveVTI">
  <a:themeElements>
    <a:clrScheme name="Interweave-R1">
      <a:dk1>
        <a:srgbClr val="000000"/>
      </a:dk1>
      <a:lt1>
        <a:srgbClr val="FFFFFF"/>
      </a:lt1>
      <a:dk2>
        <a:srgbClr val="292C2D"/>
      </a:dk2>
      <a:lt2>
        <a:srgbClr val="DDDEDD"/>
      </a:lt2>
      <a:accent1>
        <a:srgbClr val="0BA5E8"/>
      </a:accent1>
      <a:accent2>
        <a:srgbClr val="5066E1"/>
      </a:accent2>
      <a:accent3>
        <a:srgbClr val="894EC0"/>
      </a:accent3>
      <a:accent4>
        <a:srgbClr val="E54196"/>
      </a:accent4>
      <a:accent5>
        <a:srgbClr val="BE4449"/>
      </a:accent5>
      <a:accent6>
        <a:srgbClr val="F55822"/>
      </a:accent6>
      <a:hlink>
        <a:srgbClr val="C22DD8"/>
      </a:hlink>
      <a:folHlink>
        <a:srgbClr val="737F82"/>
      </a:folHlink>
    </a:clrScheme>
    <a:fontScheme name="Interweave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rweaveVTI" id="{2A5AE21D-FC75-4AD0-BC12-FA563BC24905}" vid="{9A4A41B8-EB69-44BB-8E15-B517E25CF8C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InterweaveVTI</vt:lpstr>
      <vt:lpstr>QuickByte</vt:lpstr>
      <vt:lpstr>Introduction to QuickByte</vt:lpstr>
      <vt:lpstr>Project Motivation and Objectives</vt:lpstr>
      <vt:lpstr>Backend Development</vt:lpstr>
      <vt:lpstr>Frontend Development</vt:lpstr>
      <vt:lpstr>Advantages of QuickByte</vt:lpstr>
      <vt:lpstr>Challenges and Disadvantages</vt:lpstr>
      <vt:lpstr>Key Features of QuickByte</vt:lpstr>
      <vt:lpstr>Conclusion and 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216</cp:revision>
  <dcterms:created xsi:type="dcterms:W3CDTF">2024-10-26T13:58:12Z</dcterms:created>
  <dcterms:modified xsi:type="dcterms:W3CDTF">2024-10-26T14:58:47Z</dcterms:modified>
</cp:coreProperties>
</file>